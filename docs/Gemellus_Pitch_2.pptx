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044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82880"/>
            <a:ext cx="3383280" cy="594360"/>
          </a:xfrm>
          <a:prstGeom prst="roundRect">
            <a:avLst>
              <a:gd name="adj" fmla="val 50000"/>
            </a:avLst>
          </a:prstGeom>
          <a:solidFill>
            <a:srgbClr val="4ADE80">
              <a:alpha val="12000"/>
            </a:srgbClr>
          </a:solidFill>
          <a:ln w="12700">
            <a:solidFill>
              <a:srgbClr val="4ADE8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583680" y="59436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4ADE80">
              <a:alpha val="20000"/>
            </a:srgbClr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5486400" y="128016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4ADE80">
              <a:alpha val="12000"/>
            </a:srgbClr>
          </a:solidFill>
          <a:ln w="12700">
            <a:solidFill>
              <a:srgbClr val="4ADE8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GDM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kern="0" spc="-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GEMELLUS</a:t>
            </a:r>
            <a:endParaRPr lang="en-US" sz="92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029200" cy="228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Cyfrowy klon wiedzy Twojego zespołu.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Zadzwoń. Zapytaj. Działaj.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41605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2194560" y="4160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41605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3840480" y="4160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01  — 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jest</a:t>
            </a:r>
            <a:endParaRPr lang="en-US" sz="5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urlopie.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 potrzebujesz odpowiedzi. Teraz.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2697480" cy="141732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69748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94360" y="34930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WIEDZA ŻYJE W LUDZIACH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587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Decyzje, kontekst, workaroundy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wszystko w głowie jednej osoby.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3383280"/>
            <a:ext cx="2697480" cy="141732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355848" y="3383280"/>
            <a:ext cx="269748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493008" y="34930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 INNY NIE WIE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93008" y="38587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ma dokumentacji. Nie ma kogo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zapytać. Jest tylko cisza.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3383280"/>
            <a:ext cx="2697480" cy="141732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254496" y="3383280"/>
            <a:ext cx="269748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391656" y="34930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PRESJA CZASU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91656" y="38587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się nie przesunie.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nie poczeka.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PROBLEMU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97480" cy="384048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$31.5B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ROCZNIE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 gospodarka USA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słabym dzieleniu się wiedzą (IDC)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914400"/>
            <a:ext cx="2697480" cy="384048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3364992" y="914400"/>
            <a:ext cx="269748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502152" y="10972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502152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WIEDZY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02152" y="26974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istnieje wyłącznie w głowie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jednej osoby — wychodzi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nią za drzwi (Panopto)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2784" y="914400"/>
            <a:ext cx="2697480" cy="384048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272784" y="914400"/>
            <a:ext cx="269748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409944" y="10972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409944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MIESIĘCY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9944" y="269748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zanim nowy członek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zespółu osiągnie pełną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produktywność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411480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4ADE80">
              <a:alpha val="8000"/>
            </a:srgbClr>
          </a:solidFill>
          <a:ln w="12700">
            <a:solidFill>
              <a:srgbClr val="4ADE8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02  —  ROZWIĄZANIE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Zadzwoń</a:t>
            </a:r>
            <a:endParaRPr lang="en-US" sz="6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Mike’a.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6217920" y="777240"/>
            <a:ext cx="2651760" cy="320040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6217920" y="777240"/>
            <a:ext cx="64008" cy="32004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355080" y="914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Sklonowaliśmy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jego wiedzę.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55080" y="21031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Wszystko co wiedział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spotkania, kod, decyzje,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diagramy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teraz żyje w agencie,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którego możesz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prostu zadzwonić.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Jeden klon. Jedna rozmowa. Pełen kontekst.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TO DZIAŁA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danych Mike’a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rozmowy z nim.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1965960" cy="274320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77240" y="2130552"/>
            <a:ext cx="1325880" cy="5029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2770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MIKE’A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PRy · Slack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Podcasty · Spotkania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297180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33472" y="1965960"/>
            <a:ext cx="1965960" cy="274320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2953512" y="2130552"/>
            <a:ext cx="1325880" cy="5029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2953512" y="21305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770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3246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Wnioskowanie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· Routing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9432" y="297180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09744" y="1965960"/>
            <a:ext cx="1965960" cy="274320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5129784" y="2130552"/>
            <a:ext cx="1325880" cy="5029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129784" y="21305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19472" y="2770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WIEDZY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3246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kompetencyjny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mapping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75704" y="297180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86016" y="1965960"/>
            <a:ext cx="1965960" cy="274320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7306056" y="2130552"/>
            <a:ext cx="1325880" cy="5029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7306056" y="21305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95744" y="2770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— GŁOS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95744" y="3246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Rozmowa telefoniczna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→ LLM → TTS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700ms latency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4ADE80">
              <a:alpha val="7000"/>
            </a:srgbClr>
          </a:solidFill>
          <a:ln w="12700">
            <a:solidFill>
              <a:srgbClr val="4ADE80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675120" y="96012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4ADE80">
              <a:alpha val="9000"/>
            </a:srgbClr>
          </a:solidFill>
          <a:ln w="12700">
            <a:solidFill>
              <a:srgbClr val="4ADE80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03  —  DEMO  —  WIEDZA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Mike, jesteś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urlopie, ale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powiedz mi…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8046720" cy="164592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64008" cy="16459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Rozmowa telefoniczna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4930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Ty: Co się stało w projekcie X i dlaczego podjęliście tę decyzję?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(klon): Zdecydowaliśmy się na event sourcing po incydencie z marca. Adam testował alternatywy, ale RabbitMQ wygrał na latencji. Transkrypt ze spotkania jest w Confluence — wysłać?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 03  —  DEMO  —  REKRUTACJA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odchodzi.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Kogo szukamy?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analizuje profil Mike’a i generuje kompletny pakiet rekrutacyjny: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965960" cy="196596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96596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66928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33375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Specyficzny dla projektu,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generyczny. Oparte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realnych kompetencjach.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33472" y="2834640"/>
            <a:ext cx="1965960" cy="196596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2633472" y="2834640"/>
            <a:ext cx="196596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2743200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REKR.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33375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Wyciągnięte z prawdziwych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wyzwań projektowych.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Zanonimizowane.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9744" y="2834640"/>
            <a:ext cx="1965960" cy="196596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4809744" y="2834640"/>
            <a:ext cx="196596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919472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9472" y="33375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 oceny oparte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tym, co faktycznie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było ważne w roli.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86016" y="2834640"/>
            <a:ext cx="1965960" cy="196596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6986016" y="2834640"/>
            <a:ext cx="196596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095744" y="2926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KANDYDATA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95744" y="33375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vs nice-to-have.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Wagi dopasowane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potrzeb projektu.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NIE NOTEBOOKLM?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to nie jest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kolejny chatbot.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D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0D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GEMELLUS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Aktualizacja danych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Ręcznie wgrywasz źródła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Ciągły ingestion + reindex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Wiele osób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Jedna masa wiedzy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Osobne persony na każdego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Tylko konwersacja Q&amp;A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Pakiety rekrutacyjne, job desc, scoring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Mapuje kompetencje, identyfikuje luki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Limity okna kontekstu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Dane w skali organizacji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PRZYPADKI UŻYCIA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Pięć sytuacji.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agent.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97480" cy="132588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21792" y="1892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KLUCZOWA OSOBA ODCHODZI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Luki kompetencyjne, pakiet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rekrutacyjny, szukanie zastępstwa.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2697480" cy="132588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3246120" y="1783080"/>
            <a:ext cx="54864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410712" y="1892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KLUCZOWA OSOBA NA URLOPIE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10712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Zapytaj jej klona o wiedzę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projektową. Redystrybucja zadań.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2697480" cy="132588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54864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199632" y="1892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SKALOWANIE ZESPOŁU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99632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roadmapy + obecnych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kompetencji → kogo zatrudnić.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3291840"/>
            <a:ext cx="2697480" cy="132588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1828800" y="3291840"/>
            <a:ext cx="54864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1993392" y="3401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LUKA W PROJEKCIE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93392" y="38404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 w zespole potrafi X?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do klona właściwej osoby.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2697480" cy="132588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4663440" y="3291840"/>
            <a:ext cx="54864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4828032" y="3401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NIE WIESZ CZEGO SZUKASZ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38404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analizuje wzorce pracy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artykułuje rolę za Ciebie.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4ADE80">
              <a:alpha val="8000"/>
            </a:srgbClr>
          </a:solidFill>
          <a:ln w="12700">
            <a:solidFill>
              <a:srgbClr val="4ADE8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WIZJA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Dziś: Mike.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Jutro: cały zespół.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członek zespołu ma własną personę.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Pytasz kogo chcesz — system routuje do właściwego klona.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8046720" cy="1828800"/>
          </a:xfrm>
          <a:prstGeom prst="rect">
            <a:avLst/>
          </a:prstGeom>
          <a:solidFill>
            <a:srgbClr val="141A14"/>
          </a:solidFill>
          <a:ln w="12700">
            <a:solidFill>
              <a:srgbClr val="4ADE80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64008" cy="1828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KLUCZOWY INSIGHT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Czasem nie potrafisz nazwać czego Ci brakuje.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Mówisz: potrzebuję dobrego developera. Ale sklonować Twojego najlepszego człowieka i precyzyjnie opisać kogo szukasz — to robi Gemellus. Rozwiązujemy meta-problem: organizacje, które nie mają słownictwa do opisania kompetencji, których potrzebują.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 komponenty.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głos.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046720" cy="132588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008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— Mózg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22860" cy="10515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383280" y="205740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 z Gemini jako backbone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· Hierarchie agentów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tekst, kod, audio, obrazy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Wizualizacja procesu na żywo w demo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8046720" cy="1325880"/>
          </a:xfrm>
          <a:prstGeom prst="rect">
            <a:avLst/>
          </a:prstGeom>
          <a:solidFill>
            <a:srgbClr val="141A14"/>
          </a:solidFill>
          <a:ln w="12700">
            <a:solidFill>
              <a:srgbClr val="374151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64008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777240" y="3584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Orchestration — Interfejs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611880"/>
            <a:ext cx="22860" cy="105156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3383280" y="35661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STT → LLM → TTS &lt; 700ms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Gemini backend support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— multi-agent routing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Rozmowa telefoniczna real-time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274320"/>
            <a:ext cx="3474720" cy="640080"/>
          </a:xfrm>
          <a:prstGeom prst="roundRect">
            <a:avLst>
              <a:gd name="adj" fmla="val 50000"/>
            </a:avLst>
          </a:prstGeom>
          <a:solidFill>
            <a:srgbClr val="4ADE80">
              <a:alpha val="5000"/>
            </a:srgbClr>
          </a:solidFill>
          <a:ln w="12700">
            <a:solidFill>
              <a:srgbClr val="4ADE8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760720" y="109728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4ADE80">
              <a:alpha val="6000"/>
            </a:srgbClr>
          </a:solidFill>
          <a:ln w="12700">
            <a:solidFill>
              <a:srgbClr val="4ADE80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82880" y="420624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4ADE80">
              <a:alpha val="8000"/>
            </a:srgbClr>
          </a:solidFill>
          <a:ln w="12700">
            <a:solidFill>
              <a:srgbClr val="4ADE8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57200" y="466344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4ADE80">
              <a:alpha val="9000"/>
            </a:srgbClr>
          </a:solidFill>
          <a:ln w="12700">
            <a:solidFill>
              <a:srgbClr val="4ADE80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GEMELLUS</a:t>
            </a:r>
            <a:endParaRPr lang="en-US" sz="82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029200" cy="274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Cyfrowy klon wiedzy Twojego zespołu.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Zadzwoń do członka zespołu, który jest na urlopie.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Dowiedz się, co zabierze ze sobą osoba, która odchodzi.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 rolę, której sam nie potrafisz nazwać.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 ·  Google ADK  ·  Gemini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GDM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</Words>
  <Application>Microsoft Macintosh PowerPoint</Application>
  <PresentationFormat>Pokaz na ekranie (16:9)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GEMELLUS</dc:title>
  <dc:subject>PptxGenJS Presentation</dc:subject>
  <dc:creator>Team Gemellus</dc:creator>
  <cp:lastModifiedBy>Mieszko Mahboob</cp:lastModifiedBy>
  <cp:revision>1</cp:revision>
  <dcterms:created xsi:type="dcterms:W3CDTF">2026-03-28T13:14:33Z</dcterms:created>
  <dcterms:modified xsi:type="dcterms:W3CDTF">2026-03-28T13:16:46Z</dcterms:modified>
</cp:coreProperties>
</file>